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19250"/>
          </a:xfrm>
          <a:prstGeom prst="rect">
            <a:avLst/>
          </a:prstGeom>
          <a:solidFill>
            <a:srgbClr val="262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62262"/>
                </a:solidFill>
                <a:latin typeface="BIZ UDPGothic"/>
              </a:rPr>
              <a:t>GitHub API  →  Gemini AI (JSON)  →  初心者向けUI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IZ UDPGothic"/>
              </a:rPr>
              <a:t>GitHub API / Octokit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リポジトリ情報を取得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・ファイル構造 / README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・Issue (title, body)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・PR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IZ UDPGothic"/>
              </a:rPr>
              <a:t>Gemini 2.5 Flash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初心者向けに構造化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→ JSON出力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1016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IZ UDPGothic"/>
              </a:rPr>
              <a:t>初心者向けUI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わかりやすく表示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・極小ステップ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・公式ドキュメントリンク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・コマンドコピペ</a:t>
            </a:r>
          </a:p>
        </p:txBody>
      </p:sp>
      <p:sp>
        <p:nvSpPr>
          <p:cNvPr id="14" name="Oval 13"/>
          <p:cNvSpPr/>
          <p:nvPr/>
        </p:nvSpPr>
        <p:spPr>
          <a:xfrm>
            <a:off x="1280160" y="626364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26364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リポジトリ分析  →  学習ロードマップ + 全Issue分解</a:t>
            </a:r>
          </a:p>
        </p:txBody>
      </p:sp>
      <p:sp>
        <p:nvSpPr>
          <p:cNvPr id="16" name="Oval 15"/>
          <p:cNvSpPr/>
          <p:nvPr/>
        </p:nvSpPr>
        <p:spPr>
          <a:xfrm>
            <a:off x="9281160" y="626364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26364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Issue  →  極小タスク分解</a:t>
            </a:r>
          </a:p>
        </p:txBody>
      </p:sp>
      <p:sp>
        <p:nvSpPr>
          <p:cNvPr id="18" name="Oval 17"/>
          <p:cNvSpPr/>
          <p:nvPr/>
        </p:nvSpPr>
        <p:spPr>
          <a:xfrm>
            <a:off x="1280160" y="685800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85800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プロジェクト  →  オンボーディングガイド自動生成</a:t>
            </a:r>
          </a:p>
        </p:txBody>
      </p:sp>
      <p:sp>
        <p:nvSpPr>
          <p:cNvPr id="20" name="Oval 19"/>
          <p:cNvSpPr/>
          <p:nvPr/>
        </p:nvSpPr>
        <p:spPr>
          <a:xfrm>
            <a:off x="9281160" y="685800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685800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PR diff  →  AIコードレビュー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7863840"/>
            <a:ext cx="16276320" cy="64008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795528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BIZ UDPGothic"/>
              </a:rPr>
              <a:t>全パイプライン共通:  Gemini 2.5 Flash  /  JSON構造化出力  /  Firestore永続化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