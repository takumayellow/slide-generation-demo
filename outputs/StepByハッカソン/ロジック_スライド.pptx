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26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619250"/>
          </a:xfrm>
          <a:prstGeom prst="rect">
            <a:avLst/>
          </a:prstGeom>
          <a:solidFill>
            <a:srgbClr val="262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BIZ UDP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BIZ UDPGothic"/>
              </a:rPr>
              <a:t>ロジック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62262"/>
                </a:solidFill>
                <a:latin typeface="BIZ UDPGothic"/>
              </a:rPr>
              <a:t>GitHub API  →  Gemini AI (JSON)  →  初心者向けUI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9260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2D3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FFFFFF"/>
                </a:solidFill>
                <a:latin typeface="BIZ UDPGothic"/>
              </a:rPr>
              <a:t>GitHub API / </a:t>
            </a:r>
            <a:r>
              <a:rPr sz="1600" b="1" dirty="0" err="1">
                <a:solidFill>
                  <a:srgbClr val="FFFFFF"/>
                </a:solidFill>
                <a:latin typeface="BIZ UDPGothic"/>
              </a:rPr>
              <a:t>Octokit</a:t>
            </a:r>
            <a:endParaRPr sz="1600" b="1" dirty="0">
              <a:solidFill>
                <a:srgbClr val="FFFFFF"/>
              </a:solidFill>
              <a:latin typeface="BIZ UDPGothic"/>
            </a:endParaRPr>
          </a:p>
          <a:p>
            <a:pPr>
              <a:spcAft>
                <a:spcPts val="400"/>
              </a:spcAft>
            </a:pPr>
            <a:endParaRPr sz="1600" b="1" dirty="0">
              <a:solidFill>
                <a:srgbClr val="FFFFFF"/>
              </a:solidFill>
              <a:latin typeface="BIZ UDPGothic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FFFFFF"/>
                </a:solidFill>
                <a:latin typeface="BIZ UDPGothic"/>
              </a:rPr>
              <a:t>リポジトリ情報を取得</a:t>
            </a:r>
            <a:endParaRPr sz="1600" b="0" dirty="0">
              <a:solidFill>
                <a:srgbClr val="FFFFFF"/>
              </a:solidFill>
              <a:latin typeface="BIZ UDPGothic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FFFFFF"/>
                </a:solidFill>
                <a:latin typeface="BIZ UDPGothic"/>
              </a:rPr>
              <a:t>・</a:t>
            </a:r>
            <a:r>
              <a:rPr sz="1600" b="0" dirty="0" err="1">
                <a:solidFill>
                  <a:srgbClr val="FFFFFF"/>
                </a:solidFill>
                <a:latin typeface="BIZ UDPGothic"/>
              </a:rPr>
              <a:t>ファイル構造</a:t>
            </a:r>
            <a:r>
              <a:rPr sz="1600" b="0" dirty="0">
                <a:solidFill>
                  <a:srgbClr val="FFFFFF"/>
                </a:solidFill>
                <a:latin typeface="BIZ UDPGothic"/>
              </a:rPr>
              <a:t> / README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FFFFFF"/>
                </a:solidFill>
                <a:latin typeface="BIZ UDPGothic"/>
              </a:rPr>
              <a:t>・Issue (title, body)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FFFFFF"/>
                </a:solidFill>
                <a:latin typeface="BIZ UDPGothic"/>
              </a:rPr>
              <a:t>・PR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40690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AEEF"/>
                </a:solidFill>
                <a:latin typeface="BIZ UDP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9260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32004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BIZ UDPGothic"/>
              </a:rPr>
              <a:t>Gemini 2.5 Flash</a:t>
            </a:r>
          </a:p>
          <a:p>
            <a:pPr>
              <a:spcAft>
                <a:spcPts val="400"/>
              </a:spcAft>
            </a:pPr>
            <a:endParaRPr sz="1600" b="1">
              <a:solidFill>
                <a:srgbClr val="FFFFFF"/>
              </a:solidFill>
              <a:latin typeface="BIZ UDPGothic"/>
            </a:endParaR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初心者向けに構造化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→ JSON出力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67160" y="40690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AEEF"/>
                </a:solidFill>
                <a:latin typeface="BIZ UDP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10160" y="29260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075920" y="32004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BIZ UDPGothic"/>
              </a:rPr>
              <a:t>初心者向けUI</a:t>
            </a:r>
          </a:p>
          <a:p>
            <a:pPr>
              <a:spcAft>
                <a:spcPts val="400"/>
              </a:spcAft>
            </a:pPr>
            <a:endParaRPr sz="1600" b="1">
              <a:solidFill>
                <a:srgbClr val="FFFFFF"/>
              </a:solidFill>
              <a:latin typeface="BIZ UDPGothic"/>
            </a:endParaR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わかりやすく表示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・極小ステップ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・公式ドキュメントリンク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・コマンドコピペ</a:t>
            </a:r>
          </a:p>
        </p:txBody>
      </p:sp>
      <p:sp>
        <p:nvSpPr>
          <p:cNvPr id="14" name="Oval 13"/>
          <p:cNvSpPr/>
          <p:nvPr/>
        </p:nvSpPr>
        <p:spPr>
          <a:xfrm>
            <a:off x="1280160" y="626364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626364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リポジトリ分析  →  学習ロードマップ + 全Issue分解</a:t>
            </a:r>
          </a:p>
        </p:txBody>
      </p:sp>
      <p:sp>
        <p:nvSpPr>
          <p:cNvPr id="16" name="Oval 15"/>
          <p:cNvSpPr/>
          <p:nvPr/>
        </p:nvSpPr>
        <p:spPr>
          <a:xfrm>
            <a:off x="9281160" y="626364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626364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Issue  →  極小タスク分解</a:t>
            </a:r>
          </a:p>
        </p:txBody>
      </p:sp>
      <p:sp>
        <p:nvSpPr>
          <p:cNvPr id="18" name="Oval 17"/>
          <p:cNvSpPr/>
          <p:nvPr/>
        </p:nvSpPr>
        <p:spPr>
          <a:xfrm>
            <a:off x="1280160" y="685800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85800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プロジェクト  →  オンボーディングガイド自動生成</a:t>
            </a:r>
          </a:p>
        </p:txBody>
      </p:sp>
      <p:sp>
        <p:nvSpPr>
          <p:cNvPr id="20" name="Oval 19"/>
          <p:cNvSpPr/>
          <p:nvPr/>
        </p:nvSpPr>
        <p:spPr>
          <a:xfrm>
            <a:off x="9281160" y="685800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685800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PR diff  →  AIコードレビュー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7863840"/>
            <a:ext cx="16276320" cy="64008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63040" y="7955280"/>
            <a:ext cx="1536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600" b="0" dirty="0">
                <a:solidFill>
                  <a:srgbClr val="64748B"/>
                </a:solidFill>
                <a:latin typeface="BIZ UDPGothic"/>
              </a:rPr>
              <a:t>全パイプライン共通</a:t>
            </a:r>
            <a:r>
              <a:rPr lang="en-US" altLang="ja-JP" sz="1600" b="0" dirty="0">
                <a:solidFill>
                  <a:srgbClr val="64748B"/>
                </a:solidFill>
                <a:latin typeface="BIZ UDPGothic"/>
              </a:rPr>
              <a:t>:  </a:t>
            </a:r>
            <a:r>
              <a:rPr lang="en-US" sz="1600" b="0" dirty="0">
                <a:solidFill>
                  <a:srgbClr val="64748B"/>
                </a:solidFill>
                <a:latin typeface="BIZ UDPGothic"/>
              </a:rPr>
              <a:t>Gemini 2.5 Flash  /  JSON</a:t>
            </a:r>
            <a:r>
              <a:rPr lang="ja-JP" altLang="en-US" sz="1600" b="0" dirty="0">
                <a:solidFill>
                  <a:srgbClr val="64748B"/>
                </a:solidFill>
                <a:latin typeface="BIZ UDPGothic"/>
              </a:rPr>
              <a:t>構造化出力  </a:t>
            </a:r>
            <a:r>
              <a:rPr lang="en-US" altLang="ja-JP" sz="1600" b="0" dirty="0">
                <a:solidFill>
                  <a:srgbClr val="64748B"/>
                </a:solidFill>
                <a:latin typeface="BIZ UDPGothic"/>
              </a:rPr>
              <a:t>/  </a:t>
            </a:r>
            <a:r>
              <a:rPr lang="en-US" sz="1600" b="0" dirty="0" err="1">
                <a:solidFill>
                  <a:srgbClr val="64748B"/>
                </a:solidFill>
                <a:latin typeface="BIZ UDPGothic"/>
              </a:rPr>
              <a:t>Firestore</a:t>
            </a:r>
            <a:r>
              <a:rPr lang="ja-JP" altLang="en-US" sz="1600" b="0" dirty="0">
                <a:solidFill>
                  <a:srgbClr val="64748B"/>
                </a:solidFill>
                <a:latin typeface="BIZ UDPGothic"/>
              </a:rPr>
              <a:t>永続化</a:t>
            </a:r>
            <a:endParaRPr sz="1600" b="0" dirty="0">
              <a:solidFill>
                <a:srgbClr val="64748B"/>
              </a:solidFill>
              <a:latin typeface="BIZ UDP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85</Words>
  <Application>Microsoft Office PowerPoint</Application>
  <PresentationFormat>ユーザー設定</PresentationFormat>
  <Paragraphs>30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BIZ UDPGothic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森　拓磨</cp:lastModifiedBy>
  <cp:revision>2</cp:revision>
  <dcterms:created xsi:type="dcterms:W3CDTF">2013-01-27T09:14:16Z</dcterms:created>
  <dcterms:modified xsi:type="dcterms:W3CDTF">2026-03-20T02:23:43Z</dcterms:modified>
  <cp:category/>
</cp:coreProperties>
</file>